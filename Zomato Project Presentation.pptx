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6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9999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E9D71-35F8-442C-9F3C-D01FD7AD5B8E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BEF61-1739-48E3-A4B4-832349A44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51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BEF61-1739-48E3-A4B4-832349A443E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420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8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9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4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6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6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7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34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19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3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07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46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153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123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796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178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7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430035-D4FF-461B-AEDB-AF7380FFB4B0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526E0D-1803-4BCF-9E48-13C709DA9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1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02FC-FE2E-35BE-6691-FB18EB2F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853" y="685800"/>
            <a:ext cx="8793228" cy="175259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dirty="0"/>
              <a:t>Zomato Analytics 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4D1A-28CF-1310-2C16-2B0118190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852" y="2642255"/>
            <a:ext cx="8793228" cy="2561341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Made By </a:t>
            </a:r>
          </a:p>
          <a:p>
            <a:pPr marL="0" indent="0" algn="ctr">
              <a:buNone/>
            </a:pPr>
            <a:r>
              <a:rPr lang="en-IN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 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29BB52-2BDC-E39E-E73D-FAA2BDB80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1625" y1="49250" x2="34625" y2="48875"/>
                        <a14:foregroundMark x1="34625" y1="48875" x2="22250" y2="53625"/>
                        <a14:foregroundMark x1="22250" y1="53625" x2="34625" y2="47875"/>
                        <a14:foregroundMark x1="34625" y1="47875" x2="32625" y2="50875"/>
                        <a14:foregroundMark x1="23125" y1="55375" x2="46250" y2="50125"/>
                        <a14:foregroundMark x1="46250" y1="50125" x2="41750" y2="44000"/>
                        <a14:foregroundMark x1="41750" y1="44000" x2="31375" y2="46625"/>
                        <a14:foregroundMark x1="31375" y1="46625" x2="43500" y2="50625"/>
                        <a14:foregroundMark x1="43500" y1="50625" x2="53750" y2="48875"/>
                        <a14:foregroundMark x1="53750" y1="48875" x2="52750" y2="58250"/>
                        <a14:foregroundMark x1="52750" y1="58250" x2="58125" y2="64625"/>
                        <a14:foregroundMark x1="58125" y1="64625" x2="47875" y2="57750"/>
                        <a14:foregroundMark x1="47875" y1="57750" x2="65375" y2="48500"/>
                        <a14:foregroundMark x1="65375" y1="48500" x2="41875" y2="55625"/>
                        <a14:foregroundMark x1="41875" y1="55625" x2="67500" y2="39875"/>
                        <a14:foregroundMark x1="67500" y1="39875" x2="50500" y2="60000"/>
                        <a14:foregroundMark x1="50500" y1="60000" x2="64375" y2="37875"/>
                        <a14:foregroundMark x1="64375" y1="37875" x2="41875" y2="39625"/>
                        <a14:foregroundMark x1="66375" y1="41250" x2="80125" y2="50625"/>
                        <a14:foregroundMark x1="80125" y1="50625" x2="69875" y2="56875"/>
                        <a14:foregroundMark x1="69875" y1="56875" x2="74625" y2="62250"/>
                        <a14:foregroundMark x1="74625" y1="62250" x2="74000" y2="55250"/>
                        <a14:foregroundMark x1="74000" y1="55250" x2="58875" y2="54375"/>
                        <a14:foregroundMark x1="58875" y1="54375" x2="71625" y2="56000"/>
                        <a14:foregroundMark x1="71625" y1="56000" x2="69750" y2="44000"/>
                        <a14:foregroundMark x1="69750" y1="44000" x2="71125" y2="71500"/>
                        <a14:foregroundMark x1="71125" y1="71500" x2="62000" y2="64375"/>
                        <a14:foregroundMark x1="49750" y1="45875" x2="38500" y2="35625"/>
                        <a14:foregroundMark x1="38500" y1="35625" x2="36875" y2="68500"/>
                        <a14:foregroundMark x1="36875" y1="68500" x2="52125" y2="40250"/>
                        <a14:foregroundMark x1="52125" y1="40250" x2="51625" y2="68500"/>
                        <a14:foregroundMark x1="51625" y1="68500" x2="43625" y2="44000"/>
                        <a14:foregroundMark x1="43625" y1="44000" x2="54625" y2="58125"/>
                        <a14:foregroundMark x1="54625" y1="58125" x2="38625" y2="57875"/>
                        <a14:foregroundMark x1="38625" y1="57875" x2="52375" y2="45250"/>
                        <a14:foregroundMark x1="52375" y1="45250" x2="37375" y2="64250"/>
                        <a14:foregroundMark x1="37375" y1="64250" x2="25875" y2="38125"/>
                        <a14:foregroundMark x1="25875" y1="38125" x2="37875" y2="56000"/>
                        <a14:foregroundMark x1="37875" y1="56000" x2="27125" y2="39750"/>
                        <a14:foregroundMark x1="27125" y1="39750" x2="53250" y2="56250"/>
                        <a14:foregroundMark x1="53250" y1="56250" x2="42875" y2="57375"/>
                        <a14:foregroundMark x1="42875" y1="57375" x2="57625" y2="57125"/>
                        <a14:foregroundMark x1="57625" y1="57125" x2="52000" y2="53000"/>
                        <a14:foregroundMark x1="38000" y1="27500" x2="58000" y2="20750"/>
                        <a14:foregroundMark x1="58000" y1="20750" x2="82875" y2="43625"/>
                        <a14:foregroundMark x1="82875" y1="43625" x2="85250" y2="60750"/>
                        <a14:foregroundMark x1="85250" y1="60750" x2="71750" y2="74250"/>
                        <a14:foregroundMark x1="71750" y1="74250" x2="50000" y2="80875"/>
                        <a14:foregroundMark x1="50000" y1="80875" x2="33500" y2="70875"/>
                        <a14:foregroundMark x1="33500" y1="70875" x2="24625" y2="44000"/>
                        <a14:foregroundMark x1="24625" y1="44000" x2="55625" y2="19125"/>
                        <a14:foregroundMark x1="55625" y1="19125" x2="72375" y2="54375"/>
                        <a14:foregroundMark x1="72375" y1="54375" x2="47375" y2="47125"/>
                        <a14:foregroundMark x1="47375" y1="47125" x2="77500" y2="40875"/>
                        <a14:foregroundMark x1="77500" y1="40875" x2="65625" y2="60500"/>
                        <a14:foregroundMark x1="65625" y1="60500" x2="76250" y2="53375"/>
                        <a14:foregroundMark x1="76250" y1="53375" x2="56000" y2="45750"/>
                        <a14:foregroundMark x1="56000" y1="45750" x2="66375" y2="64500"/>
                        <a14:foregroundMark x1="66375" y1="64500" x2="54000" y2="48000"/>
                        <a14:foregroundMark x1="54000" y1="48000" x2="71250" y2="72250"/>
                        <a14:foregroundMark x1="71250" y1="72250" x2="56625" y2="50625"/>
                        <a14:foregroundMark x1="56625" y1="50625" x2="63375" y2="58750"/>
                        <a14:foregroundMark x1="63375" y1="58750" x2="50375" y2="59875"/>
                        <a14:foregroundMark x1="45000" y1="39750" x2="31625" y2="50250"/>
                        <a14:foregroundMark x1="31625" y1="50250" x2="38750" y2="67500"/>
                        <a14:foregroundMark x1="38750" y1="67500" x2="46375" y2="52500"/>
                        <a14:foregroundMark x1="46375" y1="52500" x2="43750" y2="74375"/>
                        <a14:foregroundMark x1="43750" y1="74375" x2="46000" y2="50500"/>
                        <a14:foregroundMark x1="46000" y1="50500" x2="45375" y2="69375"/>
                        <a14:foregroundMark x1="45375" y1="69375" x2="43875" y2="34000"/>
                        <a14:foregroundMark x1="43875" y1="34000" x2="43875" y2="63750"/>
                        <a14:foregroundMark x1="43875" y1="63750" x2="42250" y2="49000"/>
                        <a14:foregroundMark x1="42250" y1="49000" x2="45625" y2="70250"/>
                        <a14:foregroundMark x1="45625" y1="70250" x2="42125" y2="50375"/>
                        <a14:foregroundMark x1="42125" y1="50375" x2="50750" y2="69500"/>
                        <a14:foregroundMark x1="50750" y1="69500" x2="42125" y2="44625"/>
                        <a14:foregroundMark x1="42125" y1="44625" x2="55875" y2="72375"/>
                        <a14:foregroundMark x1="55875" y1="72375" x2="56875" y2="43375"/>
                        <a14:foregroundMark x1="56875" y1="43375" x2="34000" y2="56500"/>
                        <a14:foregroundMark x1="34000" y1="56500" x2="61375" y2="58125"/>
                        <a14:foregroundMark x1="61375" y1="58125" x2="44625" y2="16750"/>
                        <a14:foregroundMark x1="44625" y1="16750" x2="30750" y2="20250"/>
                        <a14:foregroundMark x1="30750" y1="20250" x2="23375" y2="27000"/>
                        <a14:foregroundMark x1="23375" y1="27000" x2="19250" y2="51750"/>
                        <a14:foregroundMark x1="19250" y1="51750" x2="20125" y2="60125"/>
                        <a14:foregroundMark x1="20125" y1="60125" x2="24500" y2="67250"/>
                        <a14:foregroundMark x1="24500" y1="67250" x2="33750" y2="72750"/>
                        <a14:foregroundMark x1="33750" y1="72750" x2="62750" y2="69750"/>
                        <a14:foregroundMark x1="62750" y1="69750" x2="74875" y2="59375"/>
                        <a14:foregroundMark x1="74875" y1="59375" x2="71125" y2="47625"/>
                        <a14:foregroundMark x1="71125" y1="47625" x2="56250" y2="39000"/>
                        <a14:foregroundMark x1="56250" y1="39000" x2="52875" y2="4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83" y="126868"/>
            <a:ext cx="2038169" cy="19564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3043DF-D44B-EAFB-21BE-B4C2FC476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5" b="92308" l="10000" r="90000">
                        <a14:foregroundMark x1="27019" y1="30769" x2="31635" y2="42051"/>
                        <a14:foregroundMark x1="31635" y1="42051" x2="35481" y2="30940"/>
                        <a14:foregroundMark x1="35481" y1="30940" x2="30385" y2="41538"/>
                        <a14:foregroundMark x1="30385" y1="41538" x2="31635" y2="30769"/>
                        <a14:foregroundMark x1="31635" y1="30769" x2="28077" y2="42222"/>
                        <a14:foregroundMark x1="28077" y1="42222" x2="30385" y2="41368"/>
                        <a14:foregroundMark x1="45673" y1="35385" x2="46442" y2="36752"/>
                        <a14:foregroundMark x1="71058" y1="91624" x2="64712" y2="90598"/>
                        <a14:foregroundMark x1="64712" y1="90598" x2="70385" y2="92308"/>
                        <a14:foregroundMark x1="39327" y1="89231" x2="34808" y2="92137"/>
                        <a14:foregroundMark x1="34808" y1="92137" x2="34808" y2="91624"/>
                        <a14:foregroundMark x1="37115" y1="50940" x2="36154" y2="54872"/>
                        <a14:foregroundMark x1="28846" y1="49744" x2="31250" y2="57436"/>
                        <a14:foregroundMark x1="31250" y1="57436" x2="31538" y2="60684"/>
                        <a14:foregroundMark x1="32596" y1="45983" x2="32596" y2="45983"/>
                        <a14:foregroundMark x1="48654" y1="10256" x2="48750" y2="10085"/>
                        <a14:foregroundMark x1="28462" y1="49915" x2="31058" y2="57436"/>
                        <a14:foregroundMark x1="31058" y1="57436" x2="31442" y2="59658"/>
                        <a14:foregroundMark x1="36923" y1="52991" x2="36442" y2="512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056" y="5148038"/>
            <a:ext cx="3115731" cy="17525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E771E33-F06B-BAE4-53CC-2B153D25C4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15" b="93010" l="4767" r="95349">
                        <a14:foregroundMark x1="59302" y1="26019" x2="51744" y2="28738"/>
                        <a14:foregroundMark x1="51744" y1="28738" x2="54186" y2="38641"/>
                        <a14:foregroundMark x1="54186" y1="38641" x2="57907" y2="37864"/>
                        <a14:foregroundMark x1="57674" y1="19417" x2="61860" y2="27767"/>
                        <a14:foregroundMark x1="61860" y1="27767" x2="57209" y2="21165"/>
                        <a14:foregroundMark x1="57209" y1="21165" x2="54884" y2="21165"/>
                        <a14:foregroundMark x1="50000" y1="9903" x2="57907" y2="9515"/>
                        <a14:foregroundMark x1="57907" y1="9515" x2="61977" y2="12233"/>
                        <a14:foregroundMark x1="24651" y1="90291" x2="23837" y2="93010"/>
                        <a14:foregroundMark x1="72326" y1="83883" x2="72326" y2="82524"/>
                        <a14:foregroundMark x1="79651" y1="75146" x2="80581" y2="87379"/>
                        <a14:foregroundMark x1="85116" y1="59417" x2="88488" y2="80971"/>
                        <a14:foregroundMark x1="92209" y1="65049" x2="94302" y2="86019"/>
                        <a14:foregroundMark x1="95465" y1="36311" x2="94884" y2="36505"/>
                        <a14:foregroundMark x1="92674" y1="63883" x2="92558" y2="89515"/>
                        <a14:foregroundMark x1="90930" y1="60388" x2="92442" y2="60583"/>
                        <a14:foregroundMark x1="57674" y1="39417" x2="52209" y2="44466"/>
                        <a14:foregroundMark x1="52209" y1="44466" x2="52674" y2="40971"/>
                        <a14:foregroundMark x1="63140" y1="30485" x2="61744" y2="43301"/>
                        <a14:foregroundMark x1="61744" y1="43301" x2="53372" y2="48544"/>
                        <a14:foregroundMark x1="53372" y1="48544" x2="48605" y2="42718"/>
                        <a14:foregroundMark x1="9884" y1="29320" x2="4767" y2="57864"/>
                        <a14:foregroundMark x1="89302" y1="62136" x2="91163" y2="50097"/>
                        <a14:foregroundMark x1="91163" y1="50097" x2="92209" y2="58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227" y="5378581"/>
            <a:ext cx="3046227" cy="15872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97B5B8-C84F-FCE5-039B-B68E7C154B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857" b="92369" l="10000" r="90000">
                        <a14:foregroundMark x1="31786" y1="69952" x2="30952" y2="82830"/>
                        <a14:foregroundMark x1="46548" y1="56757" x2="45238" y2="76630"/>
                        <a14:foregroundMark x1="56548" y1="65024" x2="57619" y2="79809"/>
                        <a14:foregroundMark x1="60000" y1="92369" x2="63929" y2="91892"/>
                        <a14:foregroundMark x1="43214" y1="31479" x2="45476" y2="319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200" y="685800"/>
            <a:ext cx="2193076" cy="13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4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663D-6B80-6F0E-99E9-C341DBD2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dashboard">
            <a:extLst>
              <a:ext uri="{FF2B5EF4-FFF2-40B4-BE49-F238E27FC236}">
                <a16:creationId xmlns:a16="http://schemas.microsoft.com/office/drawing/2014/main" id="{329EB564-45EA-B9AE-6693-16033EE59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6" y="818191"/>
            <a:ext cx="11868346" cy="59070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BAC7AB-7C87-2D53-FA0F-D75337A11E68}"/>
              </a:ext>
            </a:extLst>
          </p:cNvPr>
          <p:cNvSpPr/>
          <p:nvPr/>
        </p:nvSpPr>
        <p:spPr>
          <a:xfrm>
            <a:off x="1951348" y="-105139"/>
            <a:ext cx="86820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Excel Dashboard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83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CE153E-A22B-ADF3-318D-BCB6F78D22B8}"/>
              </a:ext>
            </a:extLst>
          </p:cNvPr>
          <p:cNvSpPr/>
          <p:nvPr/>
        </p:nvSpPr>
        <p:spPr>
          <a:xfrm>
            <a:off x="2212156" y="-75414"/>
            <a:ext cx="776768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Tableau Dashboard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FEA8BE-6160-617D-B6B4-0873DDD65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" t="16134" r="-905" b="-4365"/>
          <a:stretch>
            <a:fillRect/>
          </a:stretch>
        </p:blipFill>
        <p:spPr>
          <a:xfrm>
            <a:off x="192000" y="923330"/>
            <a:ext cx="11780041" cy="5835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531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44E7FAB-CA86-F696-F626-77F25ECA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D4AB49-D24D-6B1B-CC13-578F34ADE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3" t="21091" r="18529" b="7407"/>
          <a:stretch>
            <a:fillRect/>
          </a:stretch>
        </p:blipFill>
        <p:spPr>
          <a:xfrm>
            <a:off x="848413" y="1272371"/>
            <a:ext cx="11048214" cy="5279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D11213-2637-DE99-BE72-C1175D63AF5E}"/>
              </a:ext>
            </a:extLst>
          </p:cNvPr>
          <p:cNvSpPr/>
          <p:nvPr/>
        </p:nvSpPr>
        <p:spPr>
          <a:xfrm>
            <a:off x="1898136" y="113122"/>
            <a:ext cx="86693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Power Bi Dashboard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6F3A6-025B-B19B-D4A9-7741E5B3C074}"/>
              </a:ext>
            </a:extLst>
          </p:cNvPr>
          <p:cNvSpPr txBox="1"/>
          <p:nvPr/>
        </p:nvSpPr>
        <p:spPr>
          <a:xfrm>
            <a:off x="1414021" y="785080"/>
            <a:ext cx="222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Home Page </a:t>
            </a:r>
          </a:p>
        </p:txBody>
      </p:sp>
    </p:spTree>
    <p:extLst>
      <p:ext uri="{BB962C8B-B14F-4D97-AF65-F5344CB8AC3E}">
        <p14:creationId xmlns:p14="http://schemas.microsoft.com/office/powerpoint/2010/main" val="52973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D6D2-BC3D-4F4F-68BC-FAC6EB56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B94C42-7055-8B8E-580C-BC44E40EC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05"/>
          <a:stretch>
            <a:fillRect/>
          </a:stretch>
        </p:blipFill>
        <p:spPr>
          <a:xfrm>
            <a:off x="763570" y="678731"/>
            <a:ext cx="11227323" cy="5957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F7C9D7-CA2E-30C5-BA6A-2D768E9C95EA}"/>
              </a:ext>
            </a:extLst>
          </p:cNvPr>
          <p:cNvSpPr txBox="1"/>
          <p:nvPr/>
        </p:nvSpPr>
        <p:spPr>
          <a:xfrm>
            <a:off x="1583703" y="221530"/>
            <a:ext cx="222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Executive View </a:t>
            </a:r>
          </a:p>
        </p:txBody>
      </p:sp>
    </p:spTree>
    <p:extLst>
      <p:ext uri="{BB962C8B-B14F-4D97-AF65-F5344CB8AC3E}">
        <p14:creationId xmlns:p14="http://schemas.microsoft.com/office/powerpoint/2010/main" val="137541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2EBF-E317-CD3C-375A-DA330E00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26B46D-9A31-7B7A-E2F9-6F78F0FB8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29"/>
          <a:stretch>
            <a:fillRect/>
          </a:stretch>
        </p:blipFill>
        <p:spPr>
          <a:xfrm>
            <a:off x="801278" y="717361"/>
            <a:ext cx="11057642" cy="5901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5C0E0A-821A-8B06-EA42-0219DA94696F}"/>
              </a:ext>
            </a:extLst>
          </p:cNvPr>
          <p:cNvSpPr txBox="1"/>
          <p:nvPr/>
        </p:nvSpPr>
        <p:spPr>
          <a:xfrm>
            <a:off x="1658682" y="239291"/>
            <a:ext cx="311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Analytical Report View</a:t>
            </a:r>
          </a:p>
        </p:txBody>
      </p:sp>
    </p:spTree>
    <p:extLst>
      <p:ext uri="{BB962C8B-B14F-4D97-AF65-F5344CB8AC3E}">
        <p14:creationId xmlns:p14="http://schemas.microsoft.com/office/powerpoint/2010/main" val="921956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0D4A0-6EEF-FE0F-4EF3-82B04F1E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F6874E-AC95-5EF0-2CB4-DA0C58FE0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2"/>
          <a:stretch>
            <a:fillRect/>
          </a:stretch>
        </p:blipFill>
        <p:spPr>
          <a:xfrm>
            <a:off x="829558" y="725863"/>
            <a:ext cx="10991653" cy="59501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24464A-AE18-41E5-4F7D-2897DD711281}"/>
              </a:ext>
            </a:extLst>
          </p:cNvPr>
          <p:cNvSpPr txBox="1"/>
          <p:nvPr/>
        </p:nvSpPr>
        <p:spPr>
          <a:xfrm>
            <a:off x="1602121" y="181940"/>
            <a:ext cx="296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Country Report View </a:t>
            </a:r>
          </a:p>
        </p:txBody>
      </p:sp>
    </p:spTree>
    <p:extLst>
      <p:ext uri="{BB962C8B-B14F-4D97-AF65-F5344CB8AC3E}">
        <p14:creationId xmlns:p14="http://schemas.microsoft.com/office/powerpoint/2010/main" val="242565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ECA6-FA4A-8DB8-4F07-B16E1C05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472612-32D1-3EAD-BF26-5D4A3A36A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"/>
          <a:stretch>
            <a:fillRect/>
          </a:stretch>
        </p:blipFill>
        <p:spPr>
          <a:xfrm>
            <a:off x="821703" y="744718"/>
            <a:ext cx="11206899" cy="5912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E2F4E6-BBD1-D5CE-2712-966F622AB8B8}"/>
              </a:ext>
            </a:extLst>
          </p:cNvPr>
          <p:cNvSpPr txBox="1"/>
          <p:nvPr/>
        </p:nvSpPr>
        <p:spPr>
          <a:xfrm>
            <a:off x="1602122" y="201249"/>
            <a:ext cx="222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Report View </a:t>
            </a:r>
          </a:p>
        </p:txBody>
      </p:sp>
    </p:spTree>
    <p:extLst>
      <p:ext uri="{BB962C8B-B14F-4D97-AF65-F5344CB8AC3E}">
        <p14:creationId xmlns:p14="http://schemas.microsoft.com/office/powerpoint/2010/main" val="57668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676F-12BB-9267-F74F-CB469E61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22B4F-C666-FD2B-5BAE-FD796E80F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8"/>
          <a:stretch>
            <a:fillRect/>
          </a:stretch>
        </p:blipFill>
        <p:spPr>
          <a:xfrm>
            <a:off x="801278" y="791852"/>
            <a:ext cx="11048215" cy="58387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96FF5C-B97C-55E2-E75E-34B10BF17B42}"/>
              </a:ext>
            </a:extLst>
          </p:cNvPr>
          <p:cNvSpPr txBox="1"/>
          <p:nvPr/>
        </p:nvSpPr>
        <p:spPr>
          <a:xfrm>
            <a:off x="1602122" y="227439"/>
            <a:ext cx="222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Sales Report </a:t>
            </a:r>
          </a:p>
        </p:txBody>
      </p:sp>
    </p:spTree>
    <p:extLst>
      <p:ext uri="{BB962C8B-B14F-4D97-AF65-F5344CB8AC3E}">
        <p14:creationId xmlns:p14="http://schemas.microsoft.com/office/powerpoint/2010/main" val="320313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2F57FC-5EC9-7FDE-A1AA-64AFAC4F37D3}"/>
              </a:ext>
            </a:extLst>
          </p:cNvPr>
          <p:cNvSpPr/>
          <p:nvPr/>
        </p:nvSpPr>
        <p:spPr>
          <a:xfrm>
            <a:off x="1800520" y="0"/>
            <a:ext cx="883291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</a:t>
            </a:r>
            <a:r>
              <a:rPr lang="en-IN" sz="48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hallenges</a:t>
            </a:r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&amp; Counters </a:t>
            </a:r>
            <a:endParaRPr lang="en-IN" sz="4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DE9E0B-28AD-7D4F-F3EC-C103B8B25F52}"/>
              </a:ext>
            </a:extLst>
          </p:cNvPr>
          <p:cNvSpPr/>
          <p:nvPr/>
        </p:nvSpPr>
        <p:spPr>
          <a:xfrm>
            <a:off x="560439" y="1052052"/>
            <a:ext cx="11080955" cy="5525729"/>
          </a:xfrm>
          <a:prstGeom prst="roundRect">
            <a:avLst/>
          </a:prstGeom>
          <a:solidFill>
            <a:srgbClr val="FF99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0033"/>
                </a:solidFill>
              </a:rPr>
              <a:t>1.Dashboard Performance: Optimized Dashboard performance by using data extracts and reducing heavy calculations by using Dax function in Excel ,power Bi &amp; tableau. 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0033"/>
                </a:solidFill>
              </a:rPr>
              <a:t>2. Visual Selection: Used clear, meaningful charts to improve readability.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0033"/>
                </a:solidFill>
              </a:rPr>
              <a:t>3. Actionable Insights: Focused on highlighting key metrics and trends for better decision-making. 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0033"/>
                </a:solidFill>
              </a:rPr>
              <a:t>4. Formatting Dashboards : Used color grading to Make dashboard familiar to the client's website.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660033"/>
                </a:solidFill>
              </a:rPr>
              <a:t>5. ⁠Communication &amp; collaboration:  We worked remotely, the only channel for coordination were chat and zoom meet which sometime causes delay, misunderstandings about task. We scheduled short , focused zoom meet and ensured everyone was aligned</a:t>
            </a:r>
            <a:endParaRPr lang="en-IN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252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116</TotalTime>
  <Words>151</Words>
  <Application>Microsoft Office PowerPoint</Application>
  <PresentationFormat>Widescreen</PresentationFormat>
  <Paragraphs>19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Book</vt:lpstr>
      <vt:lpstr>Franklin Gothic Medium</vt:lpstr>
      <vt:lpstr>Parallax</vt:lpstr>
      <vt:lpstr>Zomato Analytics Project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ramanagarwal4555@gmail.com</dc:creator>
  <cp:lastModifiedBy>Shreepooja Patil</cp:lastModifiedBy>
  <cp:revision>11</cp:revision>
  <dcterms:created xsi:type="dcterms:W3CDTF">2025-10-25T09:46:58Z</dcterms:created>
  <dcterms:modified xsi:type="dcterms:W3CDTF">2025-10-29T15:06:16Z</dcterms:modified>
</cp:coreProperties>
</file>